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Satellite-Based Crop Health Monitoring System</a:t>
            </a:r>
          </a:p>
          <a:p>
            <a:r>
              <a:t>Agricultural Sustainability – Problem 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 timely crop-condition monitoring</a:t>
            </a:r>
          </a:p>
          <a:p>
            <a:r>
              <a:t>• Identify stressed agricultural fields</a:t>
            </a:r>
          </a:p>
          <a:p>
            <a:r>
              <a:t>• Compare crop condition through time</a:t>
            </a:r>
          </a:p>
          <a:p>
            <a:r>
              <a:t>• Produce a healthy / moderate / stressed crop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Satellite data → Image processing → NDVI/NDRE → Crop-health classification → Interactive dashboard → Decision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Field-level crop health classification</a:t>
            </a:r>
          </a:p>
          <a:p>
            <a:r>
              <a:t>• NDVI and NDRE indicators</a:t>
            </a:r>
          </a:p>
          <a:p>
            <a:r>
              <a:t>• Previous vs current NDVI comparison</a:t>
            </a:r>
          </a:p>
          <a:p>
            <a:r>
              <a:t>• Interactive health map</a:t>
            </a:r>
          </a:p>
          <a:p>
            <a:r>
              <a:t>• Priority recommendations for stressed fields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Sentinel-2 / satellite imagery</a:t>
            </a:r>
          </a:p>
          <a:p>
            <a:r>
              <a:t>        ↓</a:t>
            </a:r>
          </a:p>
          <a:p>
            <a:r>
              <a:t>Image preprocessing</a:t>
            </a:r>
          </a:p>
          <a:p>
            <a:r>
              <a:t>        ↓</a:t>
            </a:r>
          </a:p>
          <a:p>
            <a:r>
              <a:t>NDVI / NDRE calculation</a:t>
            </a:r>
          </a:p>
          <a:p>
            <a:r>
              <a:t>        ↓</a:t>
            </a:r>
          </a:p>
          <a:p>
            <a:r>
              <a:t>Health classification</a:t>
            </a:r>
          </a:p>
          <a:p>
            <a:r>
              <a:t>        ↓</a:t>
            </a:r>
          </a:p>
          <a:p>
            <a:r>
              <a:t>Interactive map + charts</a:t>
            </a:r>
          </a:p>
          <a:p>
            <a:r>
              <a:t>        ↓</a:t>
            </a:r>
          </a:p>
          <a:p>
            <a:r>
              <a:t>Decision /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 summary KPIs</a:t>
            </a:r>
          </a:p>
          <a:p>
            <a:r>
              <a:t>• Green / orange / red field map</a:t>
            </a:r>
          </a:p>
          <a:p>
            <a:r>
              <a:t>• Crop-health distribution</a:t>
            </a:r>
          </a:p>
          <a:p>
            <a:r>
              <a:t>• NDVI change chart</a:t>
            </a:r>
          </a:p>
          <a:p>
            <a:r>
              <a:t>• Field-level analysis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Pandas</a:t>
            </a:r>
          </a:p>
          <a:p>
            <a:r>
              <a:t>Plotly</a:t>
            </a:r>
          </a:p>
          <a:p>
            <a:r>
              <a:t>OpenStreetMap visualization</a:t>
            </a:r>
          </a:p>
          <a:p>
            <a:r>
              <a:t>Future integration: Google Earth Engine + Sentinel-2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demo uses synthetic values</a:t>
            </a:r>
          </a:p>
          <a:p>
            <a:r>
              <a:t>• Production version will ingest Sentinel-2 observations</a:t>
            </a:r>
          </a:p>
          <a:p>
            <a:r>
              <a:t>• Calibrate thresholds by crop, season and region</a:t>
            </a:r>
          </a:p>
          <a:p>
            <a:r>
              <a:t>• Add time-series alerts and automated GEE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AgriVision converts satellite vegetation indicators into an understandable crop-health monitoring dashboard and prioritizes fields requiring inspection.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